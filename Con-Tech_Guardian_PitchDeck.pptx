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スマホひとつで、</a:t>
            </a:r>
            <a:br/>
            <a:r>
              <a:t>あなたの会社を「倒産」から守り抜く。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F9900"/>
                </a:solidFill>
              </a:defRPr>
            </a:pPr>
            <a:r>
              <a:t>次世代・建設経営プラットホーム『Con-Tech Guardian』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0972800" cy="914400"/>
          </a:xfrm>
        </p:spPr>
        <p:txBody>
          <a:bodyPr/>
          <a:lstStyle/>
          <a:p>
            <a:pPr algn="l">
              <a:defRPr sz="4400" b="1">
                <a:solidFill>
                  <a:srgbClr val="10203C"/>
                </a:solidFill>
              </a:defRPr>
            </a:pPr>
            <a:r>
              <a:t>建設業の倒産理由 No.1は「仕事不足」ではありません。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原因の約半数は、「お金の管理不足（ドンブリ勘定）」による黒字倒産です。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「来月の税金、いくらかわかりますか？」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社長、「勘」だけで経営するのは、もう終わりにしませんか？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0972800" cy="914400"/>
          </a:xfrm>
        </p:spPr>
        <p:txBody>
          <a:bodyPr/>
          <a:lstStyle/>
          <a:p>
            <a:pPr algn="l">
              <a:defRPr sz="4400" b="1">
                <a:solidFill>
                  <a:srgbClr val="10203C"/>
                </a:solidFill>
              </a:defRPr>
            </a:pPr>
            <a:r>
              <a:t>本当は「現場」だけやっていたいのに…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× 毎晩の日報、請求書作成… 「事務作業」に殺されている。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× インボイス、電帳法、2024年問題… 「法律」が難しすぎる。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× 良い職人が見つからない… 「人手不足」で現場が止まる。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結論：事務員を雇いますか？（月20万円）それとも一生残業しますか？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0972800" cy="914400"/>
          </a:xfrm>
        </p:spPr>
        <p:txBody>
          <a:bodyPr/>
          <a:lstStyle/>
          <a:p>
            <a:pPr algn="l">
              <a:defRPr sz="4400" b="1">
                <a:solidFill>
                  <a:srgbClr val="10203C"/>
                </a:solidFill>
              </a:defRPr>
            </a:pPr>
            <a:r>
              <a:t>月額9,800円の『AI事務員』を採用しませんか？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AI自動積算・経営管理アプリ『即積（ソクセキ）くん』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① 撮るだけ見積（現場でパシャ！で完了）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② 自動経理（日報入力で決算まで全自動）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③ 倒産防止（資金ショートをAIが予知）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0972800" cy="914400"/>
          </a:xfrm>
        </p:spPr>
        <p:txBody>
          <a:bodyPr/>
          <a:lstStyle/>
          <a:p>
            <a:pPr algn="l">
              <a:defRPr sz="4400" b="1">
                <a:solidFill>
                  <a:srgbClr val="10203C"/>
                </a:solidFill>
              </a:defRPr>
            </a:pPr>
            <a:r>
              <a:t>現場調査から5分で、見積もり送信完了。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【Before】帰社 → PC起動 → 入力 → 印刷…（2時間）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↓↓↓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【After】 現場でスマホ撮影 → AI自動作成 → 送信（5分）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他社より早く出せるから、成約率が劇的にアップ！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0972800" cy="914400"/>
          </a:xfrm>
        </p:spPr>
        <p:txBody>
          <a:bodyPr/>
          <a:lstStyle/>
          <a:p>
            <a:pPr algn="l">
              <a:defRPr sz="4400" b="1">
                <a:solidFill>
                  <a:srgbClr val="FF9900"/>
                </a:solidFill>
              </a:defRPr>
            </a:pPr>
            <a:r>
              <a:t>税理士も驚く！「勝手に貯まる」税金積立。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【特許出願中技術】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売上が入金された瞬間、AIが「消費税・社会保険料」を自動計算。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「使ってはいけないお金」として、バーチャル金庫に自動隔離します。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もう、納税時期に慌てることはありません。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0972800" cy="914400"/>
          </a:xfrm>
        </p:spPr>
        <p:txBody>
          <a:bodyPr/>
          <a:lstStyle/>
          <a:p>
            <a:pPr algn="l">
              <a:defRPr sz="4400" b="1">
                <a:solidFill>
                  <a:srgbClr val="10203C"/>
                </a:solidFill>
              </a:defRPr>
            </a:pPr>
            <a:r>
              <a:t>中抜き、撤廃。地域の職人と「直」で繋がれる。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他社サイト紹介料： 20%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当社マッチング手数料： 0円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「佐賀市・屋根」で検索すれば、近くの職人が見つかる。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無料で仕事を依頼し放題。我々は、職人の味方です。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0972800" cy="914400"/>
          </a:xfrm>
        </p:spPr>
        <p:txBody>
          <a:bodyPr/>
          <a:lstStyle/>
          <a:p>
            <a:pPr algn="l">
              <a:defRPr sz="4400" b="1">
                <a:solidFill>
                  <a:srgbClr val="10203C"/>
                </a:solidFill>
              </a:defRPr>
            </a:pPr>
            <a:r>
              <a:t>事務員を雇うより、年間220万円もお得。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■ 事務員雇用： 年間 240万円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■ 即積くん　： 年間 11万7,600円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浮いた220万円で、新しい工具を買いませんか？</a:t>
            </a:r>
          </a:p>
          <a:p>
            <a:pPr>
              <a:spcAft>
                <a:spcPts val="2000"/>
              </a:spcAft>
              <a:defRPr sz="2800">
                <a:solidFill>
                  <a:srgbClr val="10203C"/>
                </a:solidFill>
              </a:defRPr>
            </a:pPr>
            <a:r>
              <a:t>家族旅行に行きませんか？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まずは「無料」で体験してください。</a:t>
            </a:r>
            <a:br/>
            <a:br/>
            <a:r>
              <a:t>初期費用 0円</a:t>
            </a:r>
            <a:br/>
            <a:r>
              <a:t>30日間 完全無料トライアル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